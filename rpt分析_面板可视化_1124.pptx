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1827D-C67D-41C4-AB6A-585C65240F8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AA01D-4551-4BCC-92B1-4F1CA390C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0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A01D-4551-4BCC-92B1-4F1CA390C5C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116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8CB2-123D-D533-F1DD-ACAC7E21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B3352F-045F-3A9A-ACAB-040EC895F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BA2433-4F7A-FB10-67DD-867DE3738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3BAA82-C349-7901-81B5-7B6E64A11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A01D-4551-4BCC-92B1-4F1CA390C5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631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A01D-4551-4BCC-92B1-4F1CA390C5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650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D6C5-E297-418C-1123-421BB23B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9BA993-44DF-48FA-6B60-6B1A7A443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2A69AA-9ACF-BA40-2FB6-973FA97D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2F2E1B-0BA6-F2C4-B533-9172A238F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A01D-4551-4BCC-92B1-4F1CA390C5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017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ACF1-1128-AC98-ABF6-C6CCEC66F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064813-4DE2-C230-7A75-C6BC980F5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7AEF24-8FB1-5487-7AE5-4ED7E8BD0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858BBE-7604-4409-2B0B-B7D5D8BAB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A01D-4551-4BCC-92B1-4F1CA390C5C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10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F4C1-0CDE-641B-30E8-2AEDF119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9FB075-6D7B-7EDF-E4A0-C2A58557C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84D811-A34F-7D6D-0987-5EF9CBBE8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53F98-C3AA-4282-ACB1-CD131A732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AA01D-4551-4BCC-92B1-4F1CA390C5C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80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2BBB5-910C-A7D3-5D65-5FE2CF14E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5363B2-0E4B-354B-0687-C21D8EE03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397CD-B763-9D75-487C-AC59A6C8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51C431-EEF3-35B3-ADA2-74A5444B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A8119-7D41-5315-2AD0-23AF0305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8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F595B-454E-329D-6A64-1F0BBD89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191B3-A4DA-18AF-26E6-7D9A20992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9F6B6-0730-DDA3-A74C-C78C28BA5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0D708-F0AD-EDA8-8E14-80D16D96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DD7A35-8871-FB18-86C1-6E8C847F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9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4A443-119A-2B13-1F68-1846FCE7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14E-45FE-0205-6CD5-0FFB67E5D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D0853-C873-212A-E346-3EE8D15F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475F0-E7F1-CD37-094F-68952DD6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7D3983-7385-67BF-6E0A-1A37FCDD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3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B59BC-134B-743D-BA04-78828C2B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DB09C-A550-5FF1-7BF8-648926D38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FECF0E-731D-0B9F-58A3-ABD1BCE3D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DB3C8F-8202-4169-3D86-85DDDA48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5ECBC2-E0DD-4A57-B645-3DA8E489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C3B93-9DBA-49BE-9D71-31248884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75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FE669-6035-C140-B2B2-37D72A80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F40F4B-67FB-E4FD-960E-14BF11913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F95068-EF57-2ACB-37B3-98E1BD0A7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02AFEE-0F71-1A77-38B1-53146674F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045C38-304A-A91A-A47B-B05FD6FAA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9E8A2F-01DC-904E-21FD-39BFDC8E3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2EF3A7-8391-180B-CD63-B5E43720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488062-8DB9-448D-0A6B-6C146A7F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5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DA892-B821-0DC3-7480-2154FF49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9C6B44-756E-BB5A-27FF-21308216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C95451-5596-8E0F-4668-DE90FCC5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C350E1-090E-942E-E77B-19B51F1D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31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589586-A6FB-FDA8-39DB-0773E13E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A39D9C-AA67-ED20-8656-17A0B38A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E49F33-00FD-7B2C-A2CE-59C0F889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7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93DC1-741E-B9B5-36F3-3C85B721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DD910-ECAE-59B1-230B-271D4DFE6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FD9466-10ED-7C16-2FBE-0FF9CF8FB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61F02-F625-DD2C-B940-1EF98D1D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A3086-2D5A-99FF-1F93-EEA2C4EC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00A995-0B43-9C0F-D711-105ACDA2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22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7CFC4-20B5-7B02-E37B-37E252CE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CAFA24-5EAE-6DF5-D9A2-B224DC290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0164BD-59A2-A76F-06A5-CF8FE1177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AB782B-DE8C-C75A-9551-178D6132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C27F08-DEF6-D449-7045-6DD16F71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CE71FD-C5A3-F04E-E277-2B6B8E18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17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C8FB2-AC4A-E8D9-F3B0-195E909C0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C52D1A-3EDA-5365-00F8-8AB878895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D61A8B-815A-9FEF-3FCF-6561C485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5A8858-3239-0FA3-D2DA-A07D2A05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BC1F96-8EF4-B5F7-2234-89D7CD09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73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A37B4D-828B-9D4A-FD06-D0A47645A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18FCF5-173F-3859-A9F2-DE6941FEF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12560D-CE11-9853-1AD0-083B3114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BAD76-827A-3ADD-FA7E-8BEA2E8A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F051A-3EFE-B9C7-FE3B-875A2B23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61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E877A3-F189-9614-2FC7-AC7FE774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72CF58-2096-6888-9889-F5C999CD6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21090C-A4A3-BA39-7569-869BAF60C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3DE3B-7AC0-4875-B84A-921FDFDEE322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A34AF8-82FB-E859-E5D8-0898C9F1E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E03EC2-1A12-5897-8EDB-3A564E4C7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C36EA-E67D-4A69-BAAD-422844C8D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8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EFF9C-D484-C91C-DF0A-01CFEA9713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covid_rpt_analysis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EB4DBB-1D43-8691-0636-BD4877C02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/>
              <a:t>Python + </a:t>
            </a:r>
            <a:r>
              <a:rPr lang="en-US" altLang="zh-CN" dirty="0" err="1"/>
              <a:t>Plotly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20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5D57D-3A34-69AE-1C66-D5C39EAE5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9" y="5528893"/>
            <a:ext cx="265681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 </a:t>
            </a:r>
            <a:r>
              <a:rPr lang="zh-CN" altLang="en-US" sz="3600" dirty="0"/>
              <a:t>初始界面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0E6FB-727E-98E1-4FFB-7ABC7B37E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733" y="5766008"/>
            <a:ext cx="4960088" cy="57024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默认显示：总览（</a:t>
            </a:r>
            <a:r>
              <a:rPr lang="en-US" altLang="zh-CN" sz="2000" dirty="0"/>
              <a:t>Abstract</a:t>
            </a:r>
            <a:r>
              <a:rPr lang="zh-CN" altLang="en-US" sz="2000" dirty="0"/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3DC515-72E0-5928-B77F-DA5E28D67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3152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4E5A3DD-7328-FE0B-8B72-0CA51E65B104}"/>
              </a:ext>
            </a:extLst>
          </p:cNvPr>
          <p:cNvSpPr txBox="1">
            <a:spLocks/>
          </p:cNvSpPr>
          <p:nvPr/>
        </p:nvSpPr>
        <p:spPr>
          <a:xfrm>
            <a:off x="6096000" y="5766008"/>
            <a:ext cx="5771117" cy="996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集成了</a:t>
            </a:r>
            <a:r>
              <a:rPr lang="en-US" altLang="zh-CN" sz="1400" dirty="0"/>
              <a:t>4</a:t>
            </a:r>
            <a:r>
              <a:rPr lang="zh-CN" altLang="en-US" sz="1400" dirty="0"/>
              <a:t>个模块的分析，包含</a:t>
            </a:r>
            <a:endParaRPr lang="en-US" altLang="zh-CN" sz="1400" dirty="0"/>
          </a:p>
          <a:p>
            <a:r>
              <a:rPr lang="zh-CN" altLang="en-US" sz="1400" dirty="0"/>
              <a:t>（</a:t>
            </a:r>
            <a:r>
              <a:rPr lang="en-US" altLang="zh-CN" sz="1400" dirty="0"/>
              <a:t>1</a:t>
            </a:r>
            <a:r>
              <a:rPr lang="zh-CN" altLang="en-US" sz="1400" dirty="0"/>
              <a:t>）总体趋势、（</a:t>
            </a:r>
            <a:r>
              <a:rPr lang="en-US" altLang="zh-CN" sz="1400" dirty="0"/>
              <a:t>2</a:t>
            </a:r>
            <a:r>
              <a:rPr lang="zh-CN" altLang="en-US" sz="1400" dirty="0"/>
              <a:t>）地区流向、（</a:t>
            </a:r>
            <a:r>
              <a:rPr lang="en-US" altLang="zh-CN" sz="1400" dirty="0"/>
              <a:t>3</a:t>
            </a:r>
            <a:r>
              <a:rPr lang="zh-CN" altLang="en-US" sz="1400" dirty="0"/>
              <a:t>）行业分析，（</a:t>
            </a:r>
            <a:r>
              <a:rPr lang="en-US" altLang="zh-CN" sz="1400" dirty="0"/>
              <a:t>4</a:t>
            </a:r>
            <a:r>
              <a:rPr lang="zh-CN" altLang="en-US" sz="1400" dirty="0"/>
              <a:t>）公司网络。</a:t>
            </a:r>
            <a:endParaRPr lang="en-US" altLang="zh-CN" sz="1400" dirty="0"/>
          </a:p>
          <a:p>
            <a:r>
              <a:rPr lang="zh-CN" altLang="en-US" sz="1400" dirty="0"/>
              <a:t>还有交互按钮（选择时间和地区）</a:t>
            </a:r>
          </a:p>
        </p:txBody>
      </p:sp>
    </p:spTree>
    <p:extLst>
      <p:ext uri="{BB962C8B-B14F-4D97-AF65-F5344CB8AC3E}">
        <p14:creationId xmlns:p14="http://schemas.microsoft.com/office/powerpoint/2010/main" val="161702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FCE3-30F5-4FC7-461E-B50B4A40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74B5C-3044-89D9-075E-2D065F42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79" y="5528893"/>
            <a:ext cx="265681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0 </a:t>
            </a:r>
            <a:r>
              <a:rPr lang="zh-CN" altLang="en-US" sz="3600" dirty="0"/>
              <a:t>初始交互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A44B48E-67BE-58EF-240D-4FD2D171B097}"/>
              </a:ext>
            </a:extLst>
          </p:cNvPr>
          <p:cNvSpPr txBox="1">
            <a:spLocks/>
          </p:cNvSpPr>
          <p:nvPr/>
        </p:nvSpPr>
        <p:spPr>
          <a:xfrm>
            <a:off x="3069266" y="6003851"/>
            <a:ext cx="8797852" cy="758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/>
              <a:t>可以点击时间</a:t>
            </a:r>
            <a:r>
              <a:rPr lang="en-US" altLang="zh-CN" sz="1400" dirty="0"/>
              <a:t>/</a:t>
            </a:r>
            <a:r>
              <a:rPr lang="zh-CN" altLang="en-US" sz="1400" dirty="0"/>
              <a:t>区域按钮（例如“</a:t>
            </a:r>
            <a:r>
              <a:rPr lang="en-US" altLang="zh-CN" sz="1400" dirty="0"/>
              <a:t>Pre-COVID</a:t>
            </a:r>
            <a:r>
              <a:rPr lang="zh-CN" altLang="en-US" sz="1400" dirty="0"/>
              <a:t>”</a:t>
            </a:r>
            <a:r>
              <a:rPr lang="en-US" altLang="zh-CN" sz="1400" dirty="0"/>
              <a:t>+</a:t>
            </a:r>
            <a:r>
              <a:rPr lang="zh-CN" altLang="en-US" sz="1400" dirty="0"/>
              <a:t>“华东”），对数据进行筛选，从而看见自己想要的部分数据。</a:t>
            </a:r>
            <a:endParaRPr lang="en-US" altLang="zh-CN" sz="1400" dirty="0"/>
          </a:p>
          <a:p>
            <a:r>
              <a:rPr lang="zh-CN" altLang="en-US" sz="1400" dirty="0"/>
              <a:t>也可以通过下拉键，自行选择年份</a:t>
            </a:r>
            <a:r>
              <a:rPr lang="en-US" altLang="zh-CN" sz="1400" dirty="0"/>
              <a:t>/</a:t>
            </a:r>
            <a:r>
              <a:rPr lang="zh-CN" altLang="en-US" sz="1400" dirty="0"/>
              <a:t>省份组合。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D6840EA-D8D6-C9F1-2C4E-80CBB0328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5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1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FBD3-BCEB-F001-3672-BFFECE1C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A1BD26-3246-61D0-5496-74D498AE5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3038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E8B25DA-66FF-9407-98E9-ABAEAFE9D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 </a:t>
            </a:r>
            <a:r>
              <a:rPr lang="zh-CN" altLang="en-US" sz="3600" dirty="0"/>
              <a:t>总体趋势分析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DBA70-9757-D00F-969D-75B9B646E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872" y="5777392"/>
            <a:ext cx="7748016" cy="108060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同样的，可以筛选预期数据组合进行可视化。同时，在“总体趋势”部分，我们可以看见更多的对比信息。</a:t>
            </a:r>
          </a:p>
        </p:txBody>
      </p:sp>
    </p:spTree>
    <p:extLst>
      <p:ext uri="{BB962C8B-B14F-4D97-AF65-F5344CB8AC3E}">
        <p14:creationId xmlns:p14="http://schemas.microsoft.com/office/powerpoint/2010/main" val="2878494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6634-4496-236B-B1A6-8F83CEC0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1C788-6B9E-E93B-C729-034CE4CE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 </a:t>
            </a:r>
            <a:r>
              <a:rPr lang="zh-CN" altLang="en-US" sz="3600" dirty="0"/>
              <a:t>总体趋势分析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38EEFA-354D-C049-A0F0-21C6816A8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872" y="5777392"/>
            <a:ext cx="7748016" cy="108060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同样的，可以筛选预期数据组合进行可视化。同时，在“总体趋势”部分，我们可以看见更多的对比信息。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616FFB-33D6-2F8A-402F-19A42605A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554"/>
            <a:ext cx="12192000" cy="561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7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A632E-CCF7-BC71-186F-42A44373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34B4E-FB83-650C-59DA-9131AD5B3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 </a:t>
            </a:r>
            <a:r>
              <a:rPr lang="zh-CN" altLang="en-US" sz="3600" dirty="0"/>
              <a:t>地区流向分析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0D4BB-4921-93DF-8B1C-0EEE7DFF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872" y="5824729"/>
            <a:ext cx="7748016" cy="88696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当鼠标悬浮于地区流向箭头上，我们可以看见“具体金额”以及“省份之间的交易方向”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44BA80-AF28-4B83-6DFE-5A32AC763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2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1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39839-05FE-74B1-CF2B-7A0686A6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24B29-AD6E-57A3-8F55-A7C57367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 </a:t>
            </a:r>
            <a:r>
              <a:rPr lang="zh-CN" altLang="en-US" sz="3600" dirty="0"/>
              <a:t>地区流向分析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834E45-4249-B944-4115-72AA1CA6C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8872" y="6216501"/>
            <a:ext cx="7748016" cy="495195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同样的，可以筛选预期数据组合进行可视化。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CE0949-661A-CA2B-8130-1422CA81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63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3D50-C82B-555E-DEF9-B75AF05A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58366-5B61-B8D2-FD3E-3AF8BE1E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3 </a:t>
            </a:r>
            <a:r>
              <a:rPr lang="zh-CN" altLang="en-US" sz="3600" dirty="0"/>
              <a:t>行业分析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1ADFF0-A4DB-A360-2B30-164EDC10F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907" y="5932967"/>
            <a:ext cx="8876981" cy="77872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在“行业分析”中，我们可以看见具体的交易金额位于</a:t>
            </a:r>
            <a:r>
              <a:rPr lang="en-US" altLang="zh-CN" sz="2400" dirty="0"/>
              <a:t>Top 10</a:t>
            </a:r>
            <a:r>
              <a:rPr lang="zh-CN" altLang="en-US" sz="2400" dirty="0"/>
              <a:t>的行业关联交易金额。悬浮可以查看具体数据。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1253A8-C511-3732-2063-45BB2C1A0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6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14AF-DCD9-C005-8F58-F6ED0D40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66530-DEB5-EF8F-0D7B-9B8558E0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3 </a:t>
            </a:r>
            <a:r>
              <a:rPr lang="zh-CN" altLang="en-US" sz="3600" dirty="0"/>
              <a:t>行业分析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5BA39-8582-C06D-0DA9-CEADF0923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907" y="5932967"/>
            <a:ext cx="8876981" cy="77872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同样的，可以筛选预期数据组合进行可视化。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E45DA9-E1B0-A60A-F142-AE8BF4A3A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2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2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0EED-F084-98C9-6EB3-60699862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7326A-6E50-C7B0-0C5D-936BF38A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 </a:t>
            </a:r>
            <a:r>
              <a:rPr lang="zh-CN" altLang="en-US" sz="3600" dirty="0"/>
              <a:t>公司网络分析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27275-0F3B-3BED-7820-A09F863BD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0440" y="5932967"/>
            <a:ext cx="8156448" cy="77872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展示了指定时期</a:t>
            </a:r>
            <a:r>
              <a:rPr lang="en-US" altLang="zh-CN" sz="2400" dirty="0"/>
              <a:t>/</a:t>
            </a:r>
            <a:r>
              <a:rPr lang="zh-CN" altLang="en-US" sz="2400" dirty="0"/>
              <a:t>地区的公司之间的交易记录。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8F17B6-4352-2D72-ADE1-0CA8D086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59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1E82-D34B-40E9-9C2D-E335651A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1ACF6-293E-488B-B307-6719819B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1577"/>
            <a:ext cx="3520440" cy="1033272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4 </a:t>
            </a:r>
            <a:r>
              <a:rPr lang="zh-CN" altLang="en-US" sz="3600" dirty="0"/>
              <a:t>公司网络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047BF-5295-ECB5-0EFF-5B26AAE62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907" y="5932967"/>
            <a:ext cx="8876981" cy="778729"/>
          </a:xfrm>
        </p:spPr>
        <p:txBody>
          <a:bodyPr>
            <a:normAutofit fontScale="55000" lnSpcReduction="20000"/>
          </a:bodyPr>
          <a:lstStyle/>
          <a:p>
            <a:r>
              <a:rPr lang="zh-CN" altLang="en-US" sz="2400" dirty="0"/>
              <a:t>同样的，可以筛选预期数据组合进行可视化。</a:t>
            </a:r>
            <a:endParaRPr lang="en-US" altLang="zh-CN" sz="2400" dirty="0"/>
          </a:p>
          <a:p>
            <a:r>
              <a:rPr lang="zh-CN" altLang="en-US" sz="2400" dirty="0"/>
              <a:t>这里，拖拽鼠标框选指定区域可以进行放大，从而更清楚看见文本。</a:t>
            </a:r>
            <a:endParaRPr lang="en-US" altLang="zh-CN" sz="2400" dirty="0"/>
          </a:p>
          <a:p>
            <a:r>
              <a:rPr lang="zh-CN" altLang="en-US" sz="2400" dirty="0"/>
              <a:t>双击以后恢复默认全局视角。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222F67-D753-79EA-C413-E0FAFFF71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5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1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306</Words>
  <Application>Microsoft Office PowerPoint</Application>
  <PresentationFormat>宽屏</PresentationFormat>
  <Paragraphs>34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covid_rpt_analysis</vt:lpstr>
      <vt:lpstr>0 初始界面</vt:lpstr>
      <vt:lpstr>0 初始交互</vt:lpstr>
      <vt:lpstr>1 总体趋势分析</vt:lpstr>
      <vt:lpstr>1 总体趋势分析</vt:lpstr>
      <vt:lpstr>2 地区流向分析</vt:lpstr>
      <vt:lpstr>2 地区流向分析</vt:lpstr>
      <vt:lpstr>3 行业分析</vt:lpstr>
      <vt:lpstr>3 行业分析</vt:lpstr>
      <vt:lpstr>4 公司网络分析</vt:lpstr>
      <vt:lpstr>4 公司网络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 WU</dc:creator>
  <cp:lastModifiedBy>Yue WU</cp:lastModifiedBy>
  <cp:revision>12</cp:revision>
  <dcterms:created xsi:type="dcterms:W3CDTF">2025-11-24T14:26:01Z</dcterms:created>
  <dcterms:modified xsi:type="dcterms:W3CDTF">2025-11-24T14:47:45Z</dcterms:modified>
</cp:coreProperties>
</file>